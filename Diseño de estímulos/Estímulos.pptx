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1" r:id="rId4"/>
    <p:sldId id="281" r:id="rId5"/>
    <p:sldId id="257" r:id="rId6"/>
    <p:sldId id="282" r:id="rId7"/>
    <p:sldId id="262" r:id="rId8"/>
    <p:sldId id="283" r:id="rId9"/>
    <p:sldId id="258" r:id="rId10"/>
    <p:sldId id="284" r:id="rId11"/>
    <p:sldId id="263" r:id="rId12"/>
    <p:sldId id="285" r:id="rId13"/>
    <p:sldId id="259" r:id="rId14"/>
    <p:sldId id="286" r:id="rId15"/>
    <p:sldId id="264" r:id="rId16"/>
    <p:sldId id="287" r:id="rId17"/>
    <p:sldId id="260" r:id="rId18"/>
    <p:sldId id="288" r:id="rId19"/>
    <p:sldId id="265" r:id="rId20"/>
    <p:sldId id="289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B9D97-2028-4887-B395-5735E5E15816}" v="3" dt="2026-06-25T22:49:18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ejandro Socha Castelblanco" userId="81bcc4ae-ef85-40e7-822e-20b7c7027cf1" providerId="ADAL" clId="{C707E37F-24DE-490F-B2BF-BE67AC031FAA}"/>
    <pc:docChg chg="undo custSel addSld delSld modSld sldOrd">
      <pc:chgData name="Daniel Alejandro Socha Castelblanco" userId="81bcc4ae-ef85-40e7-822e-20b7c7027cf1" providerId="ADAL" clId="{C707E37F-24DE-490F-B2BF-BE67AC031FAA}" dt="2026-06-25T22:49:18.414" v="735"/>
      <pc:docMkLst>
        <pc:docMk/>
      </pc:docMkLst>
      <pc:sldChg chg="addSp delSp modSp mod">
        <pc:chgData name="Daniel Alejandro Socha Castelblanco" userId="81bcc4ae-ef85-40e7-822e-20b7c7027cf1" providerId="ADAL" clId="{C707E37F-24DE-490F-B2BF-BE67AC031FAA}" dt="2026-06-22T20:52:17.572" v="241" actId="14100"/>
        <pc:sldMkLst>
          <pc:docMk/>
          <pc:sldMk cId="5835497" sldId="256"/>
        </pc:sldMkLst>
        <pc:picChg chg="add mod">
          <ac:chgData name="Daniel Alejandro Socha Castelblanco" userId="81bcc4ae-ef85-40e7-822e-20b7c7027cf1" providerId="ADAL" clId="{C707E37F-24DE-490F-B2BF-BE67AC031FAA}" dt="2026-06-22T20:52:10.555" v="240" actId="1076"/>
          <ac:picMkLst>
            <pc:docMk/>
            <pc:sldMk cId="5835497" sldId="256"/>
            <ac:picMk id="3" creationId="{7938516D-94BB-E7EF-FBE3-708CD179DFBF}"/>
          </ac:picMkLst>
        </pc:picChg>
        <pc:picChg chg="add mod">
          <ac:chgData name="Daniel Alejandro Socha Castelblanco" userId="81bcc4ae-ef85-40e7-822e-20b7c7027cf1" providerId="ADAL" clId="{C707E37F-24DE-490F-B2BF-BE67AC031FAA}" dt="2026-06-22T18:08:58.817" v="81" actId="14100"/>
          <ac:picMkLst>
            <pc:docMk/>
            <pc:sldMk cId="5835497" sldId="256"/>
            <ac:picMk id="5" creationId="{FE31893B-ADD7-5CC3-686B-F56FEB56496D}"/>
          </ac:picMkLst>
        </pc:picChg>
        <pc:picChg chg="mod">
          <ac:chgData name="Daniel Alejandro Socha Castelblanco" userId="81bcc4ae-ef85-40e7-822e-20b7c7027cf1" providerId="ADAL" clId="{C707E37F-24DE-490F-B2BF-BE67AC031FAA}" dt="2026-06-22T20:52:05.454" v="238" actId="1076"/>
          <ac:picMkLst>
            <pc:docMk/>
            <pc:sldMk cId="5835497" sldId="256"/>
            <ac:picMk id="7" creationId="{1816D545-433E-1B5A-3D37-B2E216232A4C}"/>
          </ac:picMkLst>
        </pc:picChg>
        <pc:picChg chg="add mod">
          <ac:chgData name="Daniel Alejandro Socha Castelblanco" userId="81bcc4ae-ef85-40e7-822e-20b7c7027cf1" providerId="ADAL" clId="{C707E37F-24DE-490F-B2BF-BE67AC031FAA}" dt="2026-06-22T20:52:17.572" v="241" actId="14100"/>
          <ac:picMkLst>
            <pc:docMk/>
            <pc:sldMk cId="5835497" sldId="256"/>
            <ac:picMk id="8" creationId="{ED3AC7DE-6C16-AB3E-7BFF-B136205C473A}"/>
          </ac:picMkLst>
        </pc:picChg>
        <pc:picChg chg="add mod">
          <ac:chgData name="Daniel Alejandro Socha Castelblanco" userId="81bcc4ae-ef85-40e7-822e-20b7c7027cf1" providerId="ADAL" clId="{C707E37F-24DE-490F-B2BF-BE67AC031FAA}" dt="2026-06-22T18:09:35.103" v="90" actId="1076"/>
          <ac:picMkLst>
            <pc:docMk/>
            <pc:sldMk cId="5835497" sldId="256"/>
            <ac:picMk id="10" creationId="{268FA3F1-2D93-B0A7-2F55-97BEBCC93D86}"/>
          </ac:picMkLst>
        </pc:picChg>
        <pc:picChg chg="add mod">
          <ac:chgData name="Daniel Alejandro Socha Castelblanco" userId="81bcc4ae-ef85-40e7-822e-20b7c7027cf1" providerId="ADAL" clId="{C707E37F-24DE-490F-B2BF-BE67AC031FAA}" dt="2026-06-22T20:51:37.158" v="231" actId="1076"/>
          <ac:picMkLst>
            <pc:docMk/>
            <pc:sldMk cId="5835497" sldId="256"/>
            <ac:picMk id="12" creationId="{F05D363D-D6EC-D285-74C3-B8C577AB3207}"/>
          </ac:picMkLst>
        </pc:picChg>
        <pc:picChg chg="add mod">
          <ac:chgData name="Daniel Alejandro Socha Castelblanco" userId="81bcc4ae-ef85-40e7-822e-20b7c7027cf1" providerId="ADAL" clId="{C707E37F-24DE-490F-B2BF-BE67AC031FAA}" dt="2026-06-22T20:51:26.122" v="229" actId="14100"/>
          <ac:picMkLst>
            <pc:docMk/>
            <pc:sldMk cId="5835497" sldId="256"/>
            <ac:picMk id="14" creationId="{02EB29AB-07C1-2A31-FC80-8E2D9EEE707B}"/>
          </ac:picMkLst>
        </pc:picChg>
        <pc:picChg chg="add mod">
          <ac:chgData name="Daniel Alejandro Socha Castelblanco" userId="81bcc4ae-ef85-40e7-822e-20b7c7027cf1" providerId="ADAL" clId="{C707E37F-24DE-490F-B2BF-BE67AC031FAA}" dt="2026-06-22T20:49:29.944" v="216" actId="1076"/>
          <ac:picMkLst>
            <pc:docMk/>
            <pc:sldMk cId="5835497" sldId="256"/>
            <ac:picMk id="16" creationId="{FE579419-C0F1-12F1-68EF-A1EC9CD5E443}"/>
          </ac:picMkLst>
        </pc:picChg>
        <pc:picChg chg="add mod">
          <ac:chgData name="Daniel Alejandro Socha Castelblanco" userId="81bcc4ae-ef85-40e7-822e-20b7c7027cf1" providerId="ADAL" clId="{C707E37F-24DE-490F-B2BF-BE67AC031FAA}" dt="2026-06-22T20:51:54.724" v="234" actId="1076"/>
          <ac:picMkLst>
            <pc:docMk/>
            <pc:sldMk cId="5835497" sldId="256"/>
            <ac:picMk id="18" creationId="{F61170C1-E9D6-7009-AB96-358E81EFA634}"/>
          </ac:picMkLst>
        </pc:picChg>
        <pc:picChg chg="add mod">
          <ac:chgData name="Daniel Alejandro Socha Castelblanco" userId="81bcc4ae-ef85-40e7-822e-20b7c7027cf1" providerId="ADAL" clId="{C707E37F-24DE-490F-B2BF-BE67AC031FAA}" dt="2026-06-22T20:52:08.524" v="239" actId="1076"/>
          <ac:picMkLst>
            <pc:docMk/>
            <pc:sldMk cId="5835497" sldId="256"/>
            <ac:picMk id="20" creationId="{F41267EC-A354-504C-E644-F6F9C34EF519}"/>
          </ac:picMkLst>
        </pc:picChg>
      </pc:sldChg>
      <pc:sldChg chg="addSp delSp modSp add mod">
        <pc:chgData name="Daniel Alejandro Socha Castelblanco" userId="81bcc4ae-ef85-40e7-822e-20b7c7027cf1" providerId="ADAL" clId="{C707E37F-24DE-490F-B2BF-BE67AC031FAA}" dt="2026-06-22T21:39:08.271" v="507" actId="1076"/>
        <pc:sldMkLst>
          <pc:docMk/>
          <pc:sldMk cId="456332561" sldId="257"/>
        </pc:sldMkLst>
        <pc:picChg chg="add mod modCrop">
          <ac:chgData name="Daniel Alejandro Socha Castelblanco" userId="81bcc4ae-ef85-40e7-822e-20b7c7027cf1" providerId="ADAL" clId="{C707E37F-24DE-490F-B2BF-BE67AC031FAA}" dt="2026-06-22T21:36:00.994" v="491" actId="1076"/>
          <ac:picMkLst>
            <pc:docMk/>
            <pc:sldMk cId="456332561" sldId="257"/>
            <ac:picMk id="4" creationId="{900C82C7-AE52-2561-B23F-0C76E8A48EA4}"/>
          </ac:picMkLst>
        </pc:picChg>
        <pc:picChg chg="add mod">
          <ac:chgData name="Daniel Alejandro Socha Castelblanco" userId="81bcc4ae-ef85-40e7-822e-20b7c7027cf1" providerId="ADAL" clId="{C707E37F-24DE-490F-B2BF-BE67AC031FAA}" dt="2026-06-22T21:33:55.162" v="457" actId="14100"/>
          <ac:picMkLst>
            <pc:docMk/>
            <pc:sldMk cId="456332561" sldId="257"/>
            <ac:picMk id="9" creationId="{E2CC8765-6F43-7980-B080-511FF62E6CED}"/>
          </ac:picMkLst>
        </pc:picChg>
        <pc:picChg chg="add mod">
          <ac:chgData name="Daniel Alejandro Socha Castelblanco" userId="81bcc4ae-ef85-40e7-822e-20b7c7027cf1" providerId="ADAL" clId="{C707E37F-24DE-490F-B2BF-BE67AC031FAA}" dt="2026-06-22T21:33:18.308" v="445" actId="1076"/>
          <ac:picMkLst>
            <pc:docMk/>
            <pc:sldMk cId="456332561" sldId="257"/>
            <ac:picMk id="13" creationId="{7A6281B7-472B-F57D-CEA5-AF68DD691137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34:09.230" v="460" actId="1076"/>
          <ac:picMkLst>
            <pc:docMk/>
            <pc:sldMk cId="456332561" sldId="257"/>
            <ac:picMk id="17" creationId="{D93C8C8A-FAED-8903-5056-E1297CAE2752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39:08.271" v="507" actId="1076"/>
          <ac:picMkLst>
            <pc:docMk/>
            <pc:sldMk cId="456332561" sldId="257"/>
            <ac:picMk id="23" creationId="{D0C7FF50-2B11-D4FA-13E2-D7A684D1D51C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39:04.211" v="506" actId="1076"/>
          <ac:picMkLst>
            <pc:docMk/>
            <pc:sldMk cId="456332561" sldId="257"/>
            <ac:picMk id="29" creationId="{6E50898E-48B7-6673-08EA-A2A067CA0EBA}"/>
          </ac:picMkLst>
        </pc:picChg>
        <pc:picChg chg="add mod">
          <ac:chgData name="Daniel Alejandro Socha Castelblanco" userId="81bcc4ae-ef85-40e7-822e-20b7c7027cf1" providerId="ADAL" clId="{C707E37F-24DE-490F-B2BF-BE67AC031FAA}" dt="2026-06-22T21:36:09.732" v="494" actId="1076"/>
          <ac:picMkLst>
            <pc:docMk/>
            <pc:sldMk cId="456332561" sldId="257"/>
            <ac:picMk id="33" creationId="{65FA761C-2497-217C-9213-C0C14D7EFFC6}"/>
          </ac:picMkLst>
        </pc:picChg>
        <pc:picChg chg="add mod">
          <ac:chgData name="Daniel Alejandro Socha Castelblanco" userId="81bcc4ae-ef85-40e7-822e-20b7c7027cf1" providerId="ADAL" clId="{C707E37F-24DE-490F-B2BF-BE67AC031FAA}" dt="2026-06-22T21:36:07.106" v="493" actId="1076"/>
          <ac:picMkLst>
            <pc:docMk/>
            <pc:sldMk cId="456332561" sldId="257"/>
            <ac:picMk id="35" creationId="{287DCF93-42AC-752C-C414-F9C57299DA54}"/>
          </ac:picMkLst>
        </pc:picChg>
        <pc:picChg chg="add mod">
          <ac:chgData name="Daniel Alejandro Socha Castelblanco" userId="81bcc4ae-ef85-40e7-822e-20b7c7027cf1" providerId="ADAL" clId="{C707E37F-24DE-490F-B2BF-BE67AC031FAA}" dt="2026-06-22T21:35:51" v="486" actId="14100"/>
          <ac:picMkLst>
            <pc:docMk/>
            <pc:sldMk cId="456332561" sldId="257"/>
            <ac:picMk id="37" creationId="{FAE75734-03A4-4D9B-C808-28A40998AE64}"/>
          </ac:picMkLst>
        </pc:picChg>
      </pc:sldChg>
      <pc:sldChg chg="addSp delSp modSp new mod">
        <pc:chgData name="Daniel Alejandro Socha Castelblanco" userId="81bcc4ae-ef85-40e7-822e-20b7c7027cf1" providerId="ADAL" clId="{C707E37F-24DE-490F-B2BF-BE67AC031FAA}" dt="2026-06-22T21:41:40.614" v="532" actId="1076"/>
        <pc:sldMkLst>
          <pc:docMk/>
          <pc:sldMk cId="3770264783" sldId="258"/>
        </pc:sldMkLst>
        <pc:picChg chg="add mod modCrop">
          <ac:chgData name="Daniel Alejandro Socha Castelblanco" userId="81bcc4ae-ef85-40e7-822e-20b7c7027cf1" providerId="ADAL" clId="{C707E37F-24DE-490F-B2BF-BE67AC031FAA}" dt="2026-06-22T17:24:39.723" v="55" actId="732"/>
          <ac:picMkLst>
            <pc:docMk/>
            <pc:sldMk cId="3770264783" sldId="258"/>
            <ac:picMk id="7" creationId="{6AACFB14-4083-3DB9-2A44-33E746851493}"/>
          </ac:picMkLst>
        </pc:picChg>
        <pc:picChg chg="add mod">
          <ac:chgData name="Daniel Alejandro Socha Castelblanco" userId="81bcc4ae-ef85-40e7-822e-20b7c7027cf1" providerId="ADAL" clId="{C707E37F-24DE-490F-B2BF-BE67AC031FAA}" dt="2026-06-22T20:54:26.437" v="257" actId="1076"/>
          <ac:picMkLst>
            <pc:docMk/>
            <pc:sldMk cId="3770264783" sldId="258"/>
            <ac:picMk id="9" creationId="{BB5B01E1-9E55-B658-A8F5-04440EF8E420}"/>
          </ac:picMkLst>
        </pc:picChg>
        <pc:picChg chg="add mod">
          <ac:chgData name="Daniel Alejandro Socha Castelblanco" userId="81bcc4ae-ef85-40e7-822e-20b7c7027cf1" providerId="ADAL" clId="{C707E37F-24DE-490F-B2BF-BE67AC031FAA}" dt="2026-06-22T20:54:20.102" v="256" actId="1076"/>
          <ac:picMkLst>
            <pc:docMk/>
            <pc:sldMk cId="3770264783" sldId="258"/>
            <ac:picMk id="11" creationId="{D62A8E53-FAA1-C17F-3217-3905DC6CF82A}"/>
          </ac:picMkLst>
        </pc:picChg>
        <pc:picChg chg="add mod">
          <ac:chgData name="Daniel Alejandro Socha Castelblanco" userId="81bcc4ae-ef85-40e7-822e-20b7c7027cf1" providerId="ADAL" clId="{C707E37F-24DE-490F-B2BF-BE67AC031FAA}" dt="2026-06-22T21:41:40.614" v="532" actId="1076"/>
          <ac:picMkLst>
            <pc:docMk/>
            <pc:sldMk cId="3770264783" sldId="258"/>
            <ac:picMk id="15" creationId="{8796643B-E813-0800-C114-7716162D9026}"/>
          </ac:picMkLst>
        </pc:picChg>
        <pc:picChg chg="add mod">
          <ac:chgData name="Daniel Alejandro Socha Castelblanco" userId="81bcc4ae-ef85-40e7-822e-20b7c7027cf1" providerId="ADAL" clId="{C707E37F-24DE-490F-B2BF-BE67AC031FAA}" dt="2026-06-22T20:48:41.340" v="210" actId="1076"/>
          <ac:picMkLst>
            <pc:docMk/>
            <pc:sldMk cId="3770264783" sldId="258"/>
            <ac:picMk id="17" creationId="{D85C782B-4ABD-49BE-8C4A-A285802BDEC0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0:54:10.768" v="254" actId="1076"/>
          <ac:picMkLst>
            <pc:docMk/>
            <pc:sldMk cId="3770264783" sldId="258"/>
            <ac:picMk id="19" creationId="{A493C78A-6E49-16EA-14F8-B0521A4E5455}"/>
          </ac:picMkLst>
        </pc:picChg>
      </pc:sldChg>
      <pc:sldChg chg="addSp delSp modSp new mod">
        <pc:chgData name="Daniel Alejandro Socha Castelblanco" userId="81bcc4ae-ef85-40e7-822e-20b7c7027cf1" providerId="ADAL" clId="{C707E37F-24DE-490F-B2BF-BE67AC031FAA}" dt="2026-06-22T21:50:04.132" v="573" actId="1076"/>
        <pc:sldMkLst>
          <pc:docMk/>
          <pc:sldMk cId="1065945120" sldId="259"/>
        </pc:sldMkLst>
        <pc:picChg chg="add mod modCrop">
          <ac:chgData name="Daniel Alejandro Socha Castelblanco" userId="81bcc4ae-ef85-40e7-822e-20b7c7027cf1" providerId="ADAL" clId="{C707E37F-24DE-490F-B2BF-BE67AC031FAA}" dt="2026-06-22T20:59:48.623" v="298" actId="1076"/>
          <ac:picMkLst>
            <pc:docMk/>
            <pc:sldMk cId="1065945120" sldId="259"/>
            <ac:picMk id="5" creationId="{EE213355-30CA-7537-7FB6-0CD99CBCA53C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48:54.100" v="564" actId="1076"/>
          <ac:picMkLst>
            <pc:docMk/>
            <pc:sldMk cId="1065945120" sldId="259"/>
            <ac:picMk id="7" creationId="{9668E0A3-8BD7-7098-B5EF-B164B7CA6F57}"/>
          </ac:picMkLst>
        </pc:picChg>
        <pc:picChg chg="add mod">
          <ac:chgData name="Daniel Alejandro Socha Castelblanco" userId="81bcc4ae-ef85-40e7-822e-20b7c7027cf1" providerId="ADAL" clId="{C707E37F-24DE-490F-B2BF-BE67AC031FAA}" dt="2026-06-22T21:48:02.224" v="559" actId="1076"/>
          <ac:picMkLst>
            <pc:docMk/>
            <pc:sldMk cId="1065945120" sldId="259"/>
            <ac:picMk id="9" creationId="{122553C5-7FB7-5A8F-8E2E-945AFB6EC337}"/>
          </ac:picMkLst>
        </pc:picChg>
        <pc:picChg chg="add mod">
          <ac:chgData name="Daniel Alejandro Socha Castelblanco" userId="81bcc4ae-ef85-40e7-822e-20b7c7027cf1" providerId="ADAL" clId="{C707E37F-24DE-490F-B2BF-BE67AC031FAA}" dt="2026-06-22T21:50:04.132" v="573" actId="1076"/>
          <ac:picMkLst>
            <pc:docMk/>
            <pc:sldMk cId="1065945120" sldId="259"/>
            <ac:picMk id="11" creationId="{859BC13F-323C-3AEA-5CC5-1DE358CF6E2E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48:28.357" v="563" actId="732"/>
          <ac:picMkLst>
            <pc:docMk/>
            <pc:sldMk cId="1065945120" sldId="259"/>
            <ac:picMk id="21" creationId="{8F95129E-27A4-346B-26A5-9125E04ADB62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46:44.604" v="541" actId="1076"/>
          <ac:picMkLst>
            <pc:docMk/>
            <pc:sldMk cId="1065945120" sldId="259"/>
            <ac:picMk id="25" creationId="{37C17F86-A979-35B8-3E6C-86402D0697D0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49:30.767" v="566" actId="18131"/>
          <ac:picMkLst>
            <pc:docMk/>
            <pc:sldMk cId="1065945120" sldId="259"/>
            <ac:picMk id="27" creationId="{4BA4A89B-7711-E710-6E86-ED8C4472141B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49:59.555" v="572" actId="1076"/>
          <ac:picMkLst>
            <pc:docMk/>
            <pc:sldMk cId="1065945120" sldId="259"/>
            <ac:picMk id="29" creationId="{717B85D7-7445-6513-ECD4-42F4CBF7157E}"/>
          </ac:picMkLst>
        </pc:picChg>
      </pc:sldChg>
      <pc:sldChg chg="addSp delSp modSp new mod">
        <pc:chgData name="Daniel Alejandro Socha Castelblanco" userId="81bcc4ae-ef85-40e7-822e-20b7c7027cf1" providerId="ADAL" clId="{C707E37F-24DE-490F-B2BF-BE67AC031FAA}" dt="2026-06-22T22:16:47.456" v="650" actId="1076"/>
        <pc:sldMkLst>
          <pc:docMk/>
          <pc:sldMk cId="1712556714" sldId="260"/>
        </pc:sldMkLst>
        <pc:picChg chg="add mod modCrop">
          <ac:chgData name="Daniel Alejandro Socha Castelblanco" userId="81bcc4ae-ef85-40e7-822e-20b7c7027cf1" providerId="ADAL" clId="{C707E37F-24DE-490F-B2BF-BE67AC031FAA}" dt="2026-06-22T21:17:07.957" v="383" actId="1076"/>
          <ac:picMkLst>
            <pc:docMk/>
            <pc:sldMk cId="1712556714" sldId="260"/>
            <ac:picMk id="7" creationId="{AA6E9663-C3F6-15A7-DD2A-E833BEDE2827}"/>
          </ac:picMkLst>
        </pc:picChg>
        <pc:picChg chg="add del mod">
          <ac:chgData name="Daniel Alejandro Socha Castelblanco" userId="81bcc4ae-ef85-40e7-822e-20b7c7027cf1" providerId="ADAL" clId="{C707E37F-24DE-490F-B2BF-BE67AC031FAA}" dt="2026-06-22T21:30:47.313" v="429" actId="21"/>
          <ac:picMkLst>
            <pc:docMk/>
            <pc:sldMk cId="1712556714" sldId="260"/>
            <ac:picMk id="11" creationId="{771AF125-B8A5-AD47-4C4E-1ACDB7F3C570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38:25.729" v="501" actId="732"/>
          <ac:picMkLst>
            <pc:docMk/>
            <pc:sldMk cId="1712556714" sldId="260"/>
            <ac:picMk id="13" creationId="{D00D6537-D358-1CEB-9098-B3544CFC4F8F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2:16:47.456" v="650" actId="1076"/>
          <ac:picMkLst>
            <pc:docMk/>
            <pc:sldMk cId="1712556714" sldId="260"/>
            <ac:picMk id="15" creationId="{D1D99A33-4386-6809-8C38-4B0C652BD4BD}"/>
          </ac:picMkLst>
        </pc:picChg>
        <pc:picChg chg="add mod">
          <ac:chgData name="Daniel Alejandro Socha Castelblanco" userId="81bcc4ae-ef85-40e7-822e-20b7c7027cf1" providerId="ADAL" clId="{C707E37F-24DE-490F-B2BF-BE67AC031FAA}" dt="2026-06-22T21:16:35.153" v="376" actId="1076"/>
          <ac:picMkLst>
            <pc:docMk/>
            <pc:sldMk cId="1712556714" sldId="260"/>
            <ac:picMk id="17" creationId="{4C85139A-FC5D-D35B-69DC-8882F40AAE3F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28:51.538" v="400" actId="1076"/>
          <ac:picMkLst>
            <pc:docMk/>
            <pc:sldMk cId="1712556714" sldId="260"/>
            <ac:picMk id="19" creationId="{1C0DC997-F8B1-7101-6979-C40399C9259D}"/>
          </ac:picMkLst>
        </pc:picChg>
      </pc:sldChg>
      <pc:sldChg chg="addSp delSp modSp add mod ord">
        <pc:chgData name="Daniel Alejandro Socha Castelblanco" userId="81bcc4ae-ef85-40e7-822e-20b7c7027cf1" providerId="ADAL" clId="{C707E37F-24DE-490F-B2BF-BE67AC031FAA}" dt="2026-06-22T21:36:54.794" v="499"/>
        <pc:sldMkLst>
          <pc:docMk/>
          <pc:sldMk cId="1498253709" sldId="261"/>
        </pc:sldMkLst>
        <pc:picChg chg="mod">
          <ac:chgData name="Daniel Alejandro Socha Castelblanco" userId="81bcc4ae-ef85-40e7-822e-20b7c7027cf1" providerId="ADAL" clId="{C707E37F-24DE-490F-B2BF-BE67AC031FAA}" dt="2026-06-22T21:30:22.317" v="424" actId="1076"/>
          <ac:picMkLst>
            <pc:docMk/>
            <pc:sldMk cId="1498253709" sldId="261"/>
            <ac:picMk id="3" creationId="{A096E54E-5EA3-91E4-6B03-C863DE984C90}"/>
          </ac:picMkLst>
        </pc:picChg>
        <pc:picChg chg="add mod">
          <ac:chgData name="Daniel Alejandro Socha Castelblanco" userId="81bcc4ae-ef85-40e7-822e-20b7c7027cf1" providerId="ADAL" clId="{C707E37F-24DE-490F-B2BF-BE67AC031FAA}" dt="2026-06-22T21:31:01.907" v="435" actId="1076"/>
          <ac:picMkLst>
            <pc:docMk/>
            <pc:sldMk cId="1498253709" sldId="261"/>
            <ac:picMk id="4" creationId="{B02521BB-7AAA-1BEA-D039-0FBDDE02A1F0}"/>
          </ac:picMkLst>
        </pc:picChg>
        <pc:picChg chg="mod">
          <ac:chgData name="Daniel Alejandro Socha Castelblanco" userId="81bcc4ae-ef85-40e7-822e-20b7c7027cf1" providerId="ADAL" clId="{C707E37F-24DE-490F-B2BF-BE67AC031FAA}" dt="2026-06-22T21:30:06.847" v="419" actId="1076"/>
          <ac:picMkLst>
            <pc:docMk/>
            <pc:sldMk cId="1498253709" sldId="261"/>
            <ac:picMk id="8" creationId="{37C575AC-8F8E-BF3E-124C-6F2668A4B57F}"/>
          </ac:picMkLst>
        </pc:picChg>
        <pc:picChg chg="mod">
          <ac:chgData name="Daniel Alejandro Socha Castelblanco" userId="81bcc4ae-ef85-40e7-822e-20b7c7027cf1" providerId="ADAL" clId="{C707E37F-24DE-490F-B2BF-BE67AC031FAA}" dt="2026-06-22T21:30:37.567" v="427" actId="1076"/>
          <ac:picMkLst>
            <pc:docMk/>
            <pc:sldMk cId="1498253709" sldId="261"/>
            <ac:picMk id="12" creationId="{A14901A3-D316-4637-15CD-643ED4EC7802}"/>
          </ac:picMkLst>
        </pc:picChg>
        <pc:picChg chg="mod">
          <ac:chgData name="Daniel Alejandro Socha Castelblanco" userId="81bcc4ae-ef85-40e7-822e-20b7c7027cf1" providerId="ADAL" clId="{C707E37F-24DE-490F-B2BF-BE67AC031FAA}" dt="2026-06-22T21:29:21.583" v="404" actId="1076"/>
          <ac:picMkLst>
            <pc:docMk/>
            <pc:sldMk cId="1498253709" sldId="261"/>
            <ac:picMk id="14" creationId="{5BBE8DBD-1010-038A-2AB3-516C20FF3576}"/>
          </ac:picMkLst>
        </pc:picChg>
        <pc:picChg chg="mod">
          <ac:chgData name="Daniel Alejandro Socha Castelblanco" userId="81bcc4ae-ef85-40e7-822e-20b7c7027cf1" providerId="ADAL" clId="{C707E37F-24DE-490F-B2BF-BE67AC031FAA}" dt="2026-06-22T21:29:45.227" v="410" actId="1076"/>
          <ac:picMkLst>
            <pc:docMk/>
            <pc:sldMk cId="1498253709" sldId="261"/>
            <ac:picMk id="16" creationId="{3F7F8FDF-642B-2A91-96CC-43862303985C}"/>
          </ac:picMkLst>
        </pc:picChg>
        <pc:picChg chg="mod">
          <ac:chgData name="Daniel Alejandro Socha Castelblanco" userId="81bcc4ae-ef85-40e7-822e-20b7c7027cf1" providerId="ADAL" clId="{C707E37F-24DE-490F-B2BF-BE67AC031FAA}" dt="2026-06-22T21:30:15.387" v="421" actId="14100"/>
          <ac:picMkLst>
            <pc:docMk/>
            <pc:sldMk cId="1498253709" sldId="261"/>
            <ac:picMk id="20" creationId="{0686BD00-8FD4-F162-224C-AB37309DEECA}"/>
          </ac:picMkLst>
        </pc:picChg>
      </pc:sldChg>
      <pc:sldChg chg="modSp add mod ord">
        <pc:chgData name="Daniel Alejandro Socha Castelblanco" userId="81bcc4ae-ef85-40e7-822e-20b7c7027cf1" providerId="ADAL" clId="{C707E37F-24DE-490F-B2BF-BE67AC031FAA}" dt="2026-06-22T21:38:43.959" v="503"/>
        <pc:sldMkLst>
          <pc:docMk/>
          <pc:sldMk cId="1482205678" sldId="262"/>
        </pc:sldMkLst>
        <pc:picChg chg="mod modCrop">
          <ac:chgData name="Daniel Alejandro Socha Castelblanco" userId="81bcc4ae-ef85-40e7-822e-20b7c7027cf1" providerId="ADAL" clId="{C707E37F-24DE-490F-B2BF-BE67AC031FAA}" dt="2026-06-22T21:36:42.502" v="497" actId="1076"/>
          <ac:picMkLst>
            <pc:docMk/>
            <pc:sldMk cId="1482205678" sldId="262"/>
            <ac:picMk id="21" creationId="{9B51FDB4-F9D2-3F5F-DDF2-1F3C4031BE21}"/>
          </ac:picMkLst>
        </pc:picChg>
      </pc:sldChg>
      <pc:sldChg chg="addSp delSp modSp add mod">
        <pc:chgData name="Daniel Alejandro Socha Castelblanco" userId="81bcc4ae-ef85-40e7-822e-20b7c7027cf1" providerId="ADAL" clId="{C707E37F-24DE-490F-B2BF-BE67AC031FAA}" dt="2026-06-22T21:41:29.820" v="531" actId="1076"/>
        <pc:sldMkLst>
          <pc:docMk/>
          <pc:sldMk cId="2183628122" sldId="263"/>
        </pc:sldMkLst>
        <pc:picChg chg="add mod">
          <ac:chgData name="Daniel Alejandro Socha Castelblanco" userId="81bcc4ae-ef85-40e7-822e-20b7c7027cf1" providerId="ADAL" clId="{C707E37F-24DE-490F-B2BF-BE67AC031FAA}" dt="2026-06-22T21:41:00.409" v="530" actId="1076"/>
          <ac:picMkLst>
            <pc:docMk/>
            <pc:sldMk cId="2183628122" sldId="263"/>
            <ac:picMk id="3" creationId="{1C1D7B4B-3252-0EF5-87C1-CE0779FE6DB2}"/>
          </ac:picMkLst>
        </pc:picChg>
        <pc:picChg chg="mod">
          <ac:chgData name="Daniel Alejandro Socha Castelblanco" userId="81bcc4ae-ef85-40e7-822e-20b7c7027cf1" providerId="ADAL" clId="{C707E37F-24DE-490F-B2BF-BE67AC031FAA}" dt="2026-06-22T21:40:03.382" v="518" actId="1076"/>
          <ac:picMkLst>
            <pc:docMk/>
            <pc:sldMk cId="2183628122" sldId="263"/>
            <ac:picMk id="11" creationId="{457F7405-E49F-153C-B4D0-60FE66EB85D9}"/>
          </ac:picMkLst>
        </pc:picChg>
        <pc:picChg chg="mod">
          <ac:chgData name="Daniel Alejandro Socha Castelblanco" userId="81bcc4ae-ef85-40e7-822e-20b7c7027cf1" providerId="ADAL" clId="{C707E37F-24DE-490F-B2BF-BE67AC031FAA}" dt="2026-06-22T21:40:38.797" v="526" actId="1076"/>
          <ac:picMkLst>
            <pc:docMk/>
            <pc:sldMk cId="2183628122" sldId="263"/>
            <ac:picMk id="15" creationId="{7CF7A568-0085-EE4C-5034-6E1B6564C3AA}"/>
          </ac:picMkLst>
        </pc:picChg>
        <pc:picChg chg="mod">
          <ac:chgData name="Daniel Alejandro Socha Castelblanco" userId="81bcc4ae-ef85-40e7-822e-20b7c7027cf1" providerId="ADAL" clId="{C707E37F-24DE-490F-B2BF-BE67AC031FAA}" dt="2026-06-22T21:39:54.329" v="515" actId="1076"/>
          <ac:picMkLst>
            <pc:docMk/>
            <pc:sldMk cId="2183628122" sldId="263"/>
            <ac:picMk id="17" creationId="{41FA606E-22FF-716C-743E-34AFB76AD2F9}"/>
          </ac:picMkLst>
        </pc:picChg>
        <pc:picChg chg="mod">
          <ac:chgData name="Daniel Alejandro Socha Castelblanco" userId="81bcc4ae-ef85-40e7-822e-20b7c7027cf1" providerId="ADAL" clId="{C707E37F-24DE-490F-B2BF-BE67AC031FAA}" dt="2026-06-22T21:41:29.820" v="531" actId="1076"/>
          <ac:picMkLst>
            <pc:docMk/>
            <pc:sldMk cId="2183628122" sldId="263"/>
            <ac:picMk id="19" creationId="{9B47E40C-7D08-0B46-466B-E01362861E54}"/>
          </ac:picMkLst>
        </pc:picChg>
      </pc:sldChg>
      <pc:sldChg chg="modSp add mod">
        <pc:chgData name="Daniel Alejandro Socha Castelblanco" userId="81bcc4ae-ef85-40e7-822e-20b7c7027cf1" providerId="ADAL" clId="{C707E37F-24DE-490F-B2BF-BE67AC031FAA}" dt="2026-06-22T21:45:08.269" v="534" actId="1076"/>
        <pc:sldMkLst>
          <pc:docMk/>
          <pc:sldMk cId="1375430154" sldId="264"/>
        </pc:sldMkLst>
        <pc:picChg chg="mod">
          <ac:chgData name="Daniel Alejandro Socha Castelblanco" userId="81bcc4ae-ef85-40e7-822e-20b7c7027cf1" providerId="ADAL" clId="{C707E37F-24DE-490F-B2BF-BE67AC031FAA}" dt="2026-06-22T21:45:08.269" v="534" actId="1076"/>
          <ac:picMkLst>
            <pc:docMk/>
            <pc:sldMk cId="1375430154" sldId="264"/>
            <ac:picMk id="9" creationId="{9ED7573C-EBED-B80B-4FB8-7BCE7F106E34}"/>
          </ac:picMkLst>
        </pc:picChg>
      </pc:sldChg>
      <pc:sldChg chg="addSp delSp modSp add mod">
        <pc:chgData name="Daniel Alejandro Socha Castelblanco" userId="81bcc4ae-ef85-40e7-822e-20b7c7027cf1" providerId="ADAL" clId="{C707E37F-24DE-490F-B2BF-BE67AC031FAA}" dt="2026-06-22T22:11:25.319" v="649" actId="1076"/>
        <pc:sldMkLst>
          <pc:docMk/>
          <pc:sldMk cId="1274129514" sldId="265"/>
        </pc:sldMkLst>
        <pc:picChg chg="add mod">
          <ac:chgData name="Daniel Alejandro Socha Castelblanco" userId="81bcc4ae-ef85-40e7-822e-20b7c7027cf1" providerId="ADAL" clId="{C707E37F-24DE-490F-B2BF-BE67AC031FAA}" dt="2026-06-22T21:53:30.107" v="593" actId="1076"/>
          <ac:picMkLst>
            <pc:docMk/>
            <pc:sldMk cId="1274129514" sldId="265"/>
            <ac:picMk id="3" creationId="{771B0424-6079-714F-870F-64920E85F554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1:56:20.922" v="608" actId="1076"/>
          <ac:picMkLst>
            <pc:docMk/>
            <pc:sldMk cId="1274129514" sldId="265"/>
            <ac:picMk id="5" creationId="{A0449E36-89DD-8470-FD6B-E031D8FE1185}"/>
          </ac:picMkLst>
        </pc:picChg>
        <pc:picChg chg="add mod">
          <ac:chgData name="Daniel Alejandro Socha Castelblanco" userId="81bcc4ae-ef85-40e7-822e-20b7c7027cf1" providerId="ADAL" clId="{C707E37F-24DE-490F-B2BF-BE67AC031FAA}" dt="2026-06-22T22:07:09.081" v="632" actId="1076"/>
          <ac:picMkLst>
            <pc:docMk/>
            <pc:sldMk cId="1274129514" sldId="265"/>
            <ac:picMk id="8" creationId="{2B66FE8B-C1F8-3D47-246E-5BFB9CD78AA4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2:10:32.287" v="636" actId="1076"/>
          <ac:picMkLst>
            <pc:docMk/>
            <pc:sldMk cId="1274129514" sldId="265"/>
            <ac:picMk id="10" creationId="{F5286567-FDDA-1C81-D9A5-61045786730E}"/>
          </ac:picMkLst>
        </pc:picChg>
        <pc:picChg chg="mod modCrop">
          <ac:chgData name="Daniel Alejandro Socha Castelblanco" userId="81bcc4ae-ef85-40e7-822e-20b7c7027cf1" providerId="ADAL" clId="{C707E37F-24DE-490F-B2BF-BE67AC031FAA}" dt="2026-06-22T22:10:51.684" v="641" actId="1076"/>
          <ac:picMkLst>
            <pc:docMk/>
            <pc:sldMk cId="1274129514" sldId="265"/>
            <ac:picMk id="11" creationId="{A8B9742B-9F93-E1DF-A0E8-5615D09405E0}"/>
          </ac:picMkLst>
        </pc:picChg>
        <pc:picChg chg="add mod">
          <ac:chgData name="Daniel Alejandro Socha Castelblanco" userId="81bcc4ae-ef85-40e7-822e-20b7c7027cf1" providerId="ADAL" clId="{C707E37F-24DE-490F-B2BF-BE67AC031FAA}" dt="2026-06-22T22:10:48.290" v="640" actId="1076"/>
          <ac:picMkLst>
            <pc:docMk/>
            <pc:sldMk cId="1274129514" sldId="265"/>
            <ac:picMk id="14" creationId="{B406661D-9F12-343D-CB84-11888D498B39}"/>
          </ac:picMkLst>
        </pc:picChg>
        <pc:picChg chg="add mod modCrop">
          <ac:chgData name="Daniel Alejandro Socha Castelblanco" userId="81bcc4ae-ef85-40e7-822e-20b7c7027cf1" providerId="ADAL" clId="{C707E37F-24DE-490F-B2BF-BE67AC031FAA}" dt="2026-06-22T22:11:25.319" v="649" actId="1076"/>
          <ac:picMkLst>
            <pc:docMk/>
            <pc:sldMk cId="1274129514" sldId="265"/>
            <ac:picMk id="18" creationId="{2AD04B97-C703-8AEF-57BE-BB634E2A50DF}"/>
          </ac:picMkLst>
        </pc:picChg>
        <pc:picChg chg="mod">
          <ac:chgData name="Daniel Alejandro Socha Castelblanco" userId="81bcc4ae-ef85-40e7-822e-20b7c7027cf1" providerId="ADAL" clId="{C707E37F-24DE-490F-B2BF-BE67AC031FAA}" dt="2026-06-22T21:51:14.567" v="579" actId="14100"/>
          <ac:picMkLst>
            <pc:docMk/>
            <pc:sldMk cId="1274129514" sldId="265"/>
            <ac:picMk id="19" creationId="{3B80D5A5-B250-7112-BB70-FA2EA5DA5D8B}"/>
          </ac:picMkLst>
        </pc:picChg>
      </pc:sldChg>
      <pc:sldChg chg="new del">
        <pc:chgData name="Daniel Alejandro Socha Castelblanco" userId="81bcc4ae-ef85-40e7-822e-20b7c7027cf1" providerId="ADAL" clId="{C707E37F-24DE-490F-B2BF-BE67AC031FAA}" dt="2026-06-25T22:08:19.225" v="689"/>
        <pc:sldMkLst>
          <pc:docMk/>
          <pc:sldMk cId="3909718512" sldId="266"/>
        </pc:sldMkLst>
      </pc:sldChg>
      <pc:sldChg chg="addSp modSp new del mod setBg">
        <pc:chgData name="Daniel Alejandro Socha Castelblanco" userId="81bcc4ae-ef85-40e7-822e-20b7c7027cf1" providerId="ADAL" clId="{C707E37F-24DE-490F-B2BF-BE67AC031FAA}" dt="2026-06-25T22:09:10.194" v="691"/>
        <pc:sldMkLst>
          <pc:docMk/>
          <pc:sldMk cId="3228910031" sldId="267"/>
        </pc:sldMkLst>
        <pc:spChg chg="add mod">
          <ac:chgData name="Daniel Alejandro Socha Castelblanco" userId="81bcc4ae-ef85-40e7-822e-20b7c7027cf1" providerId="ADAL" clId="{C707E37F-24DE-490F-B2BF-BE67AC031FAA}" dt="2026-06-25T22:07:41.289" v="661"/>
          <ac:spMkLst>
            <pc:docMk/>
            <pc:sldMk cId="3228910031" sldId="267"/>
            <ac:spMk id="2" creationId="{74A9D5BC-77FA-4E57-AA4E-D13F31D95C6E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02" v="668"/>
          <ac:spMkLst>
            <pc:docMk/>
            <pc:sldMk cId="3228910031" sldId="267"/>
            <ac:spMk id="3" creationId="{63CFA5F0-D38C-493A-B952-9626CCDAFCC9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06" v="670"/>
          <ac:spMkLst>
            <pc:docMk/>
            <pc:sldMk cId="3228910031" sldId="267"/>
            <ac:spMk id="4" creationId="{0B8C9387-6089-4C6E-AEFA-2493D948B379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06" v="672"/>
          <ac:spMkLst>
            <pc:docMk/>
            <pc:sldMk cId="3228910031" sldId="267"/>
            <ac:spMk id="5" creationId="{ED8E978F-7522-4DE5-94ED-206F98D09FA8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06" v="674"/>
          <ac:spMkLst>
            <pc:docMk/>
            <pc:sldMk cId="3228910031" sldId="267"/>
            <ac:spMk id="6" creationId="{651CC418-78B7-4A2F-B97E-681F861D2FF7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23" v="676"/>
          <ac:spMkLst>
            <pc:docMk/>
            <pc:sldMk cId="3228910031" sldId="267"/>
            <ac:spMk id="7" creationId="{498BBDE0-4921-4204-8DA2-303C0530A47E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52" v="678"/>
          <ac:spMkLst>
            <pc:docMk/>
            <pc:sldMk cId="3228910031" sldId="267"/>
            <ac:spMk id="8" creationId="{371E75AA-D4BE-438E-ACEB-11E34A3B7FF8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59" v="680"/>
          <ac:spMkLst>
            <pc:docMk/>
            <pc:sldMk cId="3228910031" sldId="267"/>
            <ac:spMk id="9" creationId="{0F622D22-C9FD-41BC-8EE4-740525BE16A0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61" v="682"/>
          <ac:spMkLst>
            <pc:docMk/>
            <pc:sldMk cId="3228910031" sldId="267"/>
            <ac:spMk id="10" creationId="{278A1511-F2D6-478E-8A48-8E4572844570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68" v="684"/>
          <ac:spMkLst>
            <pc:docMk/>
            <pc:sldMk cId="3228910031" sldId="267"/>
            <ac:spMk id="11" creationId="{20672A8E-FF89-481B-8024-21BAEE858105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74" v="686"/>
          <ac:spMkLst>
            <pc:docMk/>
            <pc:sldMk cId="3228910031" sldId="267"/>
            <ac:spMk id="12" creationId="{D4F9A7A1-42F5-4531-911C-523014782F98}"/>
          </ac:spMkLst>
        </pc:spChg>
        <pc:spChg chg="add mod">
          <ac:chgData name="Daniel Alejandro Socha Castelblanco" userId="81bcc4ae-ef85-40e7-822e-20b7c7027cf1" providerId="ADAL" clId="{C707E37F-24DE-490F-B2BF-BE67AC031FAA}" dt="2026-06-25T22:07:41.374" v="688"/>
          <ac:spMkLst>
            <pc:docMk/>
            <pc:sldMk cId="3228910031" sldId="267"/>
            <ac:spMk id="13" creationId="{139D1CCA-1603-4FED-97B0-D070846F80ED}"/>
          </ac:spMkLst>
        </pc:spChg>
      </pc:sldChg>
      <pc:sldChg chg="add del">
        <pc:chgData name="Daniel Alejandro Socha Castelblanco" userId="81bcc4ae-ef85-40e7-822e-20b7c7027cf1" providerId="ADAL" clId="{C707E37F-24DE-490F-B2BF-BE67AC031FAA}" dt="2026-06-25T22:09:53.229" v="693"/>
        <pc:sldMkLst>
          <pc:docMk/>
          <pc:sldMk cId="1020065294" sldId="268"/>
        </pc:sldMkLst>
      </pc:sldChg>
      <pc:sldChg chg="add del">
        <pc:chgData name="Daniel Alejandro Socha Castelblanco" userId="81bcc4ae-ef85-40e7-822e-20b7c7027cf1" providerId="ADAL" clId="{C707E37F-24DE-490F-B2BF-BE67AC031FAA}" dt="2026-06-25T22:10:39.027" v="695"/>
        <pc:sldMkLst>
          <pc:docMk/>
          <pc:sldMk cId="61680975" sldId="269"/>
        </pc:sldMkLst>
      </pc:sldChg>
      <pc:sldChg chg="add del">
        <pc:chgData name="Daniel Alejandro Socha Castelblanco" userId="81bcc4ae-ef85-40e7-822e-20b7c7027cf1" providerId="ADAL" clId="{C707E37F-24DE-490F-B2BF-BE67AC031FAA}" dt="2026-06-25T22:11:17.741" v="697"/>
        <pc:sldMkLst>
          <pc:docMk/>
          <pc:sldMk cId="4241592370" sldId="270"/>
        </pc:sldMkLst>
      </pc:sldChg>
      <pc:sldChg chg="add del">
        <pc:chgData name="Daniel Alejandro Socha Castelblanco" userId="81bcc4ae-ef85-40e7-822e-20b7c7027cf1" providerId="ADAL" clId="{C707E37F-24DE-490F-B2BF-BE67AC031FAA}" dt="2026-06-25T22:12:14.931" v="699"/>
        <pc:sldMkLst>
          <pc:docMk/>
          <pc:sldMk cId="772579990" sldId="271"/>
        </pc:sldMkLst>
      </pc:sldChg>
      <pc:sldChg chg="add ord">
        <pc:chgData name="Daniel Alejandro Socha Castelblanco" userId="81bcc4ae-ef85-40e7-822e-20b7c7027cf1" providerId="ADAL" clId="{C707E37F-24DE-490F-B2BF-BE67AC031FAA}" dt="2026-06-25T22:18:19.701" v="708"/>
        <pc:sldMkLst>
          <pc:docMk/>
          <pc:sldMk cId="914196314" sldId="272"/>
        </pc:sldMkLst>
      </pc:sldChg>
      <pc:sldChg chg="add del ord">
        <pc:chgData name="Daniel Alejandro Socha Castelblanco" userId="81bcc4ae-ef85-40e7-822e-20b7c7027cf1" providerId="ADAL" clId="{C707E37F-24DE-490F-B2BF-BE67AC031FAA}" dt="2026-06-25T22:35:41.495" v="732"/>
        <pc:sldMkLst>
          <pc:docMk/>
          <pc:sldMk cId="193590129" sldId="273"/>
        </pc:sldMkLst>
      </pc:sldChg>
      <pc:sldChg chg="add del ord">
        <pc:chgData name="Daniel Alejandro Socha Castelblanco" userId="81bcc4ae-ef85-40e7-822e-20b7c7027cf1" providerId="ADAL" clId="{C707E37F-24DE-490F-B2BF-BE67AC031FAA}" dt="2026-06-25T22:35:35.667" v="730"/>
        <pc:sldMkLst>
          <pc:docMk/>
          <pc:sldMk cId="2842404854" sldId="274"/>
        </pc:sldMkLst>
      </pc:sldChg>
      <pc:sldChg chg="add del ord">
        <pc:chgData name="Daniel Alejandro Socha Castelblanco" userId="81bcc4ae-ef85-40e7-822e-20b7c7027cf1" providerId="ADAL" clId="{C707E37F-24DE-490F-B2BF-BE67AC031FAA}" dt="2026-06-25T22:35:28.961" v="728"/>
        <pc:sldMkLst>
          <pc:docMk/>
          <pc:sldMk cId="1670355075" sldId="275"/>
        </pc:sldMkLst>
      </pc:sldChg>
      <pc:sldChg chg="add del ord">
        <pc:chgData name="Daniel Alejandro Socha Castelblanco" userId="81bcc4ae-ef85-40e7-822e-20b7c7027cf1" providerId="ADAL" clId="{C707E37F-24DE-490F-B2BF-BE67AC031FAA}" dt="2026-06-25T22:35:22.706" v="726"/>
        <pc:sldMkLst>
          <pc:docMk/>
          <pc:sldMk cId="2699455282" sldId="276"/>
        </pc:sldMkLst>
      </pc:sldChg>
      <pc:sldChg chg="add del ord">
        <pc:chgData name="Daniel Alejandro Socha Castelblanco" userId="81bcc4ae-ef85-40e7-822e-20b7c7027cf1" providerId="ADAL" clId="{C707E37F-24DE-490F-B2BF-BE67AC031FAA}" dt="2026-06-25T22:35:15.291" v="724"/>
        <pc:sldMkLst>
          <pc:docMk/>
          <pc:sldMk cId="354648358" sldId="277"/>
        </pc:sldMkLst>
      </pc:sldChg>
      <pc:sldChg chg="add del ord">
        <pc:chgData name="Daniel Alejandro Socha Castelblanco" userId="81bcc4ae-ef85-40e7-822e-20b7c7027cf1" providerId="ADAL" clId="{C707E37F-24DE-490F-B2BF-BE67AC031FAA}" dt="2026-06-25T22:35:09.491" v="722"/>
        <pc:sldMkLst>
          <pc:docMk/>
          <pc:sldMk cId="3108327858" sldId="278"/>
        </pc:sldMkLst>
      </pc:sldChg>
      <pc:sldChg chg="add del ord">
        <pc:chgData name="Daniel Alejandro Socha Castelblanco" userId="81bcc4ae-ef85-40e7-822e-20b7c7027cf1" providerId="ADAL" clId="{C707E37F-24DE-490F-B2BF-BE67AC031FAA}" dt="2026-06-25T22:35:02.706" v="720"/>
        <pc:sldMkLst>
          <pc:docMk/>
          <pc:sldMk cId="270303374" sldId="279"/>
        </pc:sldMkLst>
      </pc:sldChg>
      <pc:sldChg chg="add del ord">
        <pc:chgData name="Daniel Alejandro Socha Castelblanco" userId="81bcc4ae-ef85-40e7-822e-20b7c7027cf1" providerId="ADAL" clId="{C707E37F-24DE-490F-B2BF-BE67AC031FAA}" dt="2026-06-25T22:34:55.836" v="718"/>
        <pc:sldMkLst>
          <pc:docMk/>
          <pc:sldMk cId="2595405612" sldId="280"/>
        </pc:sldMkLst>
      </pc:sldChg>
      <pc:sldChg chg="add">
        <pc:chgData name="Daniel Alejandro Socha Castelblanco" userId="81bcc4ae-ef85-40e7-822e-20b7c7027cf1" providerId="ADAL" clId="{C707E37F-24DE-490F-B2BF-BE67AC031FAA}" dt="2026-06-25T22:34:55.826" v="717"/>
        <pc:sldMkLst>
          <pc:docMk/>
          <pc:sldMk cId="1264976679" sldId="281"/>
        </pc:sldMkLst>
      </pc:sldChg>
      <pc:sldChg chg="add">
        <pc:chgData name="Daniel Alejandro Socha Castelblanco" userId="81bcc4ae-ef85-40e7-822e-20b7c7027cf1" providerId="ADAL" clId="{C707E37F-24DE-490F-B2BF-BE67AC031FAA}" dt="2026-06-25T22:35:02.696" v="719"/>
        <pc:sldMkLst>
          <pc:docMk/>
          <pc:sldMk cId="787098088" sldId="282"/>
        </pc:sldMkLst>
      </pc:sldChg>
      <pc:sldChg chg="add">
        <pc:chgData name="Daniel Alejandro Socha Castelblanco" userId="81bcc4ae-ef85-40e7-822e-20b7c7027cf1" providerId="ADAL" clId="{C707E37F-24DE-490F-B2BF-BE67AC031FAA}" dt="2026-06-25T22:35:09.491" v="721"/>
        <pc:sldMkLst>
          <pc:docMk/>
          <pc:sldMk cId="2600039285" sldId="283"/>
        </pc:sldMkLst>
      </pc:sldChg>
      <pc:sldChg chg="add">
        <pc:chgData name="Daniel Alejandro Socha Castelblanco" userId="81bcc4ae-ef85-40e7-822e-20b7c7027cf1" providerId="ADAL" clId="{C707E37F-24DE-490F-B2BF-BE67AC031FAA}" dt="2026-06-25T22:35:15.278" v="723"/>
        <pc:sldMkLst>
          <pc:docMk/>
          <pc:sldMk cId="3108061094" sldId="284"/>
        </pc:sldMkLst>
      </pc:sldChg>
      <pc:sldChg chg="add">
        <pc:chgData name="Daniel Alejandro Socha Castelblanco" userId="81bcc4ae-ef85-40e7-822e-20b7c7027cf1" providerId="ADAL" clId="{C707E37F-24DE-490F-B2BF-BE67AC031FAA}" dt="2026-06-25T22:35:22.706" v="725"/>
        <pc:sldMkLst>
          <pc:docMk/>
          <pc:sldMk cId="1554127262" sldId="285"/>
        </pc:sldMkLst>
      </pc:sldChg>
      <pc:sldChg chg="add">
        <pc:chgData name="Daniel Alejandro Socha Castelblanco" userId="81bcc4ae-ef85-40e7-822e-20b7c7027cf1" providerId="ADAL" clId="{C707E37F-24DE-490F-B2BF-BE67AC031FAA}" dt="2026-06-25T22:35:28.912" v="727"/>
        <pc:sldMkLst>
          <pc:docMk/>
          <pc:sldMk cId="96331111" sldId="286"/>
        </pc:sldMkLst>
      </pc:sldChg>
      <pc:sldChg chg="add">
        <pc:chgData name="Daniel Alejandro Socha Castelblanco" userId="81bcc4ae-ef85-40e7-822e-20b7c7027cf1" providerId="ADAL" clId="{C707E37F-24DE-490F-B2BF-BE67AC031FAA}" dt="2026-06-25T22:35:35.660" v="729"/>
        <pc:sldMkLst>
          <pc:docMk/>
          <pc:sldMk cId="1991486309" sldId="287"/>
        </pc:sldMkLst>
      </pc:sldChg>
      <pc:sldChg chg="add">
        <pc:chgData name="Daniel Alejandro Socha Castelblanco" userId="81bcc4ae-ef85-40e7-822e-20b7c7027cf1" providerId="ADAL" clId="{C707E37F-24DE-490F-B2BF-BE67AC031FAA}" dt="2026-06-25T22:35:41.488" v="731"/>
        <pc:sldMkLst>
          <pc:docMk/>
          <pc:sldMk cId="3276848280" sldId="288"/>
        </pc:sldMkLst>
      </pc:sldChg>
      <pc:sldChg chg="new ord">
        <pc:chgData name="Daniel Alejandro Socha Castelblanco" userId="81bcc4ae-ef85-40e7-822e-20b7c7027cf1" providerId="ADAL" clId="{C707E37F-24DE-490F-B2BF-BE67AC031FAA}" dt="2026-06-25T22:49:18.414" v="735"/>
        <pc:sldMkLst>
          <pc:docMk/>
          <pc:sldMk cId="2911083621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5CDD-06E5-5569-D58B-5E762B3E8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BC1FA-0D3B-7162-C772-650933B66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2C6E2-5800-CF75-B31F-0CF7907B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529DB-5D44-3372-4617-7579B860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81559-F2AA-CD33-BE0A-4BC8FE28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783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ED89-8500-4565-4DDB-E6681131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D7177-9396-DF79-3F15-CBDD46AF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4F2C5-D1F3-A5D3-4651-A48584E3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7B99B-AFBD-AFF5-3748-86ED419F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5891-EAFA-B199-EA33-9A2D25B0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644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D09F-2E67-E74C-DC93-EB45A9EE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9FAEA-72FC-B504-19FA-A6ED7E025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477E9-C82E-2C94-A605-2BD73414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943CF-76B1-BD29-B0E5-F6E9A75B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CF1CE-6211-31E1-18AE-C231F349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575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5E96-DE90-11E1-C664-1ACD1A31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305A-D46C-8992-454E-3AB4A4E8E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C3C50-1128-8594-25E4-0FF2F98F6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90E74-BA2D-52EF-36F7-DCEB2ED8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8BCC3-7F1D-ACA1-97FF-A04A5FD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AF676-265F-FD05-7A99-C97A2117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086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402A-AEFB-A833-E572-E029A738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11C15-3D5C-DDB0-67EE-2024C0073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832B1-D02D-F360-A755-EFDFCFF2A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EA454-3C01-E8AE-A0CD-EAF56EA9A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4FC38-D525-B1AD-DD44-8DFD62ED8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3EA67-5C58-A82E-17D4-1CDD4E11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A9405-8B04-502C-DECA-EF4B6238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A20C-334C-0BA3-1B09-06481310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974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CDBE-95BD-BB57-3380-59027164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993B0-2283-96B4-C727-F8AA248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A706A-F667-C5D5-4202-F23D000C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75ED6-080C-C1FC-B1B6-1BAE5974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9895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E2D4E-6693-ED3E-57F1-16C75A90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B2D4E-FEEC-0F70-633B-FD37AED4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DAA04-66EB-8018-259F-2ADA31FF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45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8D7B-D252-48BE-8C78-F2F595C1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A44B-3C7F-467E-0F6C-95B75D621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BD38D-355E-FE4C-7F14-1F998F509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27858-9968-1130-41FF-F9891DFF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B770-FD0E-CB2B-EF76-1D9842AB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25D9A-3719-DCD6-D983-451BA56F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531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F9B5-5C3D-3B47-C7E7-AD50DCB0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C6598-6679-E6F8-FDE0-60C4BAB7E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6BC8-D230-E538-DC36-BBCAC939A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B09D0-EF28-7249-1BEE-CA6ACD72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6F001-D929-5309-F08A-590B112C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343B8-7789-8BE7-066B-67317B3D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289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A401-003E-77C7-7031-F353FF3E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56E03-8B9D-F2B2-7FAD-019B4E295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7258B-CBA9-9964-4429-BC0C4107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326A-5E37-CDB5-0E05-9B47E2F57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C8ECA-3A03-9730-D65C-C07D4DE4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920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2EC56-A522-698D-E308-7E175AD4F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17F29-18B1-2FB7-1912-0BB5C2279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2ABD9-62D3-30C4-79A8-6C7DDD4D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DCD83-3C71-159C-4D2D-B983E7E7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681C-A66E-41DD-8132-CCA0067D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8398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E97338-6473-C371-928F-22323A6C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15A4C-33C1-1906-EBC9-17F1F5220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8CA6C-904E-1B10-7CC0-582C55A91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86649-AAD6-480E-99D3-4AF6F2720056}" type="datetimeFigureOut">
              <a:rPr lang="es-CO" smtClean="0"/>
              <a:t>25/06/2026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E8CC-4557-DCF2-0625-E2DD3B35C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E72D5-0625-3591-2CD7-C3660855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02E04-36DC-4BC6-9586-02561C43B9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021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16D545-433E-1B5A-3D37-B2E216232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24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38516D-94BB-E7EF-FBE3-708CD179D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60552" y="1917902"/>
            <a:ext cx="1482398" cy="1039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1893B-ADD7-5CC3-686B-F56FEB564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300" y="862301"/>
            <a:ext cx="818217" cy="461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3AC7DE-6C16-AB3E-7BFF-B136205C4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367" y="4251960"/>
            <a:ext cx="742633" cy="735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8FA3F1-2D93-B0A7-2F55-97BEBCC93D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680" y="2996647"/>
            <a:ext cx="2829320" cy="3962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5D363D-D6EC-D285-74C3-B8C577AB32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49159" y="3291354"/>
            <a:ext cx="315974" cy="2752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EB29AB-07C1-2A31-FC80-8E2D9EEE70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13" y="4796709"/>
            <a:ext cx="503838" cy="4284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579419-C0F1-12F1-68EF-A1EC9CD5E4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016" y="2437848"/>
            <a:ext cx="813027" cy="5587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1170C1-E9D6-7009-AB96-358E81EFA6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3096"/>
            <a:ext cx="1257884" cy="13258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1267EC-A354-504C-E644-F6F9C34EF5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984" y="599159"/>
            <a:ext cx="1348324" cy="112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¡Prepárate!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La siguiente escena está por comenzar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419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3AC1-8B5F-BF7D-F73E-721E0828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EED238-5483-7C9B-594C-E92DD5C93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24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96E54E-5EA3-91E4-6B03-C863DE984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217" y="610055"/>
            <a:ext cx="1638974" cy="1149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D0E06D-C610-A779-1A77-7F85AB611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300" y="862301"/>
            <a:ext cx="818217" cy="461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C575AC-8F8E-BF3E-124C-6F2668A4B5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83597" y="4370827"/>
            <a:ext cx="333188" cy="330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4901A3-D316-4637-15CD-643ED4EC78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63612" y="3035268"/>
            <a:ext cx="451919" cy="393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BE8DBD-1010-038A-2AB3-516C20FF35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72" y="1678660"/>
            <a:ext cx="1191760" cy="1013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7F8FDF-642B-2A91-96CC-4386230398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37" y="5503823"/>
            <a:ext cx="1082663" cy="7441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86BD00-8FD4-F162-224C-AB37309DEE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345" y="5262113"/>
            <a:ext cx="1176522" cy="985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2521BB-7AAA-1BEA-D039-0FBDDE02A1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 flipH="1">
            <a:off x="9150762" y="4108359"/>
            <a:ext cx="2129352" cy="160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5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¡Observa con atención!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Busca las aves escondidas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497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E5C1D-01F3-B391-6A3A-53B88257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ADA335-F3E8-084C-7026-E0147E973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31537" y="1145525"/>
            <a:ext cx="1482398" cy="1039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9A6768-7D7E-FC06-8F18-EE8B5D6F2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854950"/>
            <a:ext cx="1611457" cy="908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A11E49-BCFE-4DA9-3CA2-CDF239E9C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791" y="3610752"/>
            <a:ext cx="1723666" cy="1707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3B7373-65CF-F199-D142-7E7F4FC044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340" y="1447523"/>
            <a:ext cx="2829320" cy="3962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57D4C3-6500-337B-E374-274E30C0C7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182" y="2462077"/>
            <a:ext cx="2219635" cy="1933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959A86-4A29-AF1F-8697-0424F6589A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419" y="2481130"/>
            <a:ext cx="2229161" cy="1895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2B2F28-086C-B4C4-F924-337C3EB2A0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881" y="1523335"/>
            <a:ext cx="1910358" cy="1313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FF87F7-6E9A-03C0-2C42-63E0DE7AD3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31" y="4000396"/>
            <a:ext cx="1537423" cy="16205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C11F036-5283-1141-7B1E-0FEA4AA95D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178" y="317735"/>
            <a:ext cx="1348324" cy="1129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0C82C7-AE52-2561-B23F-0C76E8A48E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54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CC8765-6F43-7980-B080-511FF62E6C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62" y="1218056"/>
            <a:ext cx="896438" cy="762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6281B7-472B-F57D-CEA5-AF68DD6911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51151" y="1549056"/>
            <a:ext cx="753955" cy="5454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3C8C8A-FAED-8903-5056-E1297CAE27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>
            <a:off x="2174782" y="4188050"/>
            <a:ext cx="1041082" cy="7848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C7FF50-2B11-D4FA-13E2-D7A684D1D5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08" t="24441" r="19821" b="54558"/>
          <a:stretch>
            <a:fillRect/>
          </a:stretch>
        </p:blipFill>
        <p:spPr>
          <a:xfrm rot="21316294">
            <a:off x="7176647" y="1438198"/>
            <a:ext cx="846699" cy="6383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E50898E-48B7-6673-08EA-A2A067CA0E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86" t="29532" r="543" b="49467"/>
          <a:stretch>
            <a:fillRect/>
          </a:stretch>
        </p:blipFill>
        <p:spPr>
          <a:xfrm>
            <a:off x="7634502" y="3949343"/>
            <a:ext cx="539631" cy="4068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5FA761C-2497-217C-9213-C0C14D7EFF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1" t="6048" r="61338" b="76770"/>
          <a:stretch>
            <a:fillRect/>
          </a:stretch>
        </p:blipFill>
        <p:spPr>
          <a:xfrm>
            <a:off x="4762957" y="1131276"/>
            <a:ext cx="558291" cy="39693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87DCF93-42AC-752C-C414-F9C57299DA5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1" t="6048" r="61338" b="76770"/>
          <a:stretch>
            <a:fillRect/>
          </a:stretch>
        </p:blipFill>
        <p:spPr>
          <a:xfrm>
            <a:off x="4018751" y="1487402"/>
            <a:ext cx="657825" cy="46770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AE75734-03A4-4D9B-C808-28A40998AE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1" t="6048" r="61338" b="76770"/>
          <a:stretch>
            <a:fillRect/>
          </a:stretch>
        </p:blipFill>
        <p:spPr>
          <a:xfrm>
            <a:off x="4018752" y="979820"/>
            <a:ext cx="657825" cy="46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3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¡Agudiza la vista!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¿Cuántas aves puedes encontrar?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709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F61F6-28F5-2351-BB19-6474130F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18814-BFA8-4315-72C4-F8E9179F5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31537" y="1145525"/>
            <a:ext cx="1482398" cy="1039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D933DC-ED48-A0CD-5F7F-7270BEA4E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854950"/>
            <a:ext cx="1611457" cy="908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EB45C8-CB3C-D44A-7AAF-076221DA2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791" y="3610752"/>
            <a:ext cx="1723666" cy="1707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238C9-DAB6-B941-1398-3E1C72B68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340" y="1447523"/>
            <a:ext cx="2829320" cy="3962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D2C1C1-683A-B8D1-C77F-5396D64A2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182" y="2462077"/>
            <a:ext cx="2219635" cy="1933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38404A-86B2-E40B-C7C1-DDDDCAC981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419" y="2481130"/>
            <a:ext cx="2229161" cy="1895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7BAE09-3BE9-81A2-D3B0-1C9BFD474E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881" y="1523335"/>
            <a:ext cx="1910358" cy="1313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F56A06-A563-8557-7F9C-288DFDEA21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31" y="4000396"/>
            <a:ext cx="1537423" cy="16205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A29925-B6C3-3E79-A98B-57D51D1B92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178" y="317735"/>
            <a:ext cx="1348324" cy="1129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B082DA-23C4-2D0F-D0F0-053A56B805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54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5E43E6-7310-41D4-0CE1-FE53675DCA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97" y="1942396"/>
            <a:ext cx="740667" cy="629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2B9DD5-9B38-E93D-531E-378853F34E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098" y="3953548"/>
            <a:ext cx="789796" cy="5713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759BE5-39C0-F7CE-EE25-09EA4E3BA52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>
            <a:off x="7810739" y="1787392"/>
            <a:ext cx="1041082" cy="7848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51FDB4-F9D2-3F5F-DDF2-1F3C4031BE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91" t="5755" r="22091" b="75666"/>
          <a:stretch>
            <a:fillRect/>
          </a:stretch>
        </p:blipFill>
        <p:spPr>
          <a:xfrm flipH="1">
            <a:off x="1927081" y="4453079"/>
            <a:ext cx="3968296" cy="19338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B1103D-3E42-7372-FAF5-15D355DA68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08" t="24441" r="19821" b="54558"/>
          <a:stretch>
            <a:fillRect/>
          </a:stretch>
        </p:blipFill>
        <p:spPr>
          <a:xfrm rot="1017873" flipH="1">
            <a:off x="4035250" y="2417389"/>
            <a:ext cx="692021" cy="5217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C530ECA-10B2-6933-CB75-2D79A2B46B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86" t="29532" r="543" b="49467"/>
          <a:stretch>
            <a:fillRect/>
          </a:stretch>
        </p:blipFill>
        <p:spPr>
          <a:xfrm>
            <a:off x="3998560" y="3829278"/>
            <a:ext cx="453944" cy="3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05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¡Concéntrate!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Una nueva escena se acerca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0039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ACFB14-4083-3DB9-2A44-33E746851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5B01E1-9E55-B658-A8F5-04440EF8E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816" y="157683"/>
            <a:ext cx="2349387" cy="1968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2A8E53-FAA1-C17F-3217-3905DC6CF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 flipH="1">
            <a:off x="3378518" y="711199"/>
            <a:ext cx="1142792" cy="861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96643B-E813-0800-C114-7716162D90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237" y="4487677"/>
            <a:ext cx="673495" cy="4872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5C782B-4ABD-49BE-8C4A-A285802BDE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533" y="3695700"/>
            <a:ext cx="1461944" cy="17086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93C78A-6E49-16EA-14F8-B0521A4E5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0" t="76553" r="31164" b="6252"/>
          <a:stretch>
            <a:fillRect/>
          </a:stretch>
        </p:blipFill>
        <p:spPr>
          <a:xfrm>
            <a:off x="3378518" y="5971781"/>
            <a:ext cx="946594" cy="64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64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¡Ojos bien abiertos!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Las aves están por aparecer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806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D1C4-72BD-7FC8-69B1-35D5133B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5C9D5C-3EE7-AEC9-807E-214A67DC4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7F7405-E49F-153C-B4D0-60FE66EB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>
            <a:off x="7419785" y="1458998"/>
            <a:ext cx="620033" cy="4674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F7A568-0085-EE4C-5034-6E1B6564C3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537" y="487760"/>
            <a:ext cx="1342465" cy="9712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FA606E-22FF-716C-743E-34AFB76AD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67113" y="2147472"/>
            <a:ext cx="1945128" cy="22733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47E40C-7D08-0B46-466B-E01362861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0" t="76553" r="31164" b="6252"/>
          <a:stretch>
            <a:fillRect/>
          </a:stretch>
        </p:blipFill>
        <p:spPr>
          <a:xfrm>
            <a:off x="7158680" y="5399002"/>
            <a:ext cx="522209" cy="3545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1D7B4B-3252-0EF5-87C1-CE0779FE6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08" t="24441" r="19821" b="54558"/>
          <a:stretch>
            <a:fillRect/>
          </a:stretch>
        </p:blipFill>
        <p:spPr>
          <a:xfrm rot="21316294">
            <a:off x="3887477" y="1483822"/>
            <a:ext cx="621650" cy="4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2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¡Atención!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Escanea toda la escena con cuidado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4127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213355-30CA-7537-7FB6-0CD99CBCA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0" b="78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68E0A3-8BD7-7098-B5EF-B164B7CA6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3" t="6551" r="21711" b="75450"/>
          <a:stretch>
            <a:fillRect/>
          </a:stretch>
        </p:blipFill>
        <p:spPr>
          <a:xfrm>
            <a:off x="4936085" y="3857696"/>
            <a:ext cx="2392496" cy="1077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2553C5-7FB7-5A8F-8E2E-945AFB6EC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85529" y="3857696"/>
            <a:ext cx="2162792" cy="15171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9BC13F-323C-3AEA-5CC5-1DE358CF6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46962" y="615706"/>
            <a:ext cx="395116" cy="391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5129E-27A4-346B-26A5-9125E04AD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95" t="26683" r="19894" b="55694"/>
          <a:stretch>
            <a:fillRect/>
          </a:stretch>
        </p:blipFill>
        <p:spPr>
          <a:xfrm>
            <a:off x="0" y="615706"/>
            <a:ext cx="751976" cy="6636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C17F86-A979-35B8-3E6C-86402D0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4" t="53755" r="41609" b="28222"/>
          <a:stretch>
            <a:fillRect/>
          </a:stretch>
        </p:blipFill>
        <p:spPr>
          <a:xfrm flipH="1">
            <a:off x="7859158" y="1744704"/>
            <a:ext cx="288785" cy="1955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A4A89B-7711-E710-6E86-ED8C44721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 flipH="1">
            <a:off x="1322370" y="3838717"/>
            <a:ext cx="1142792" cy="8615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17B85D7-7445-6513-ECD4-42F4CBF71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83" t="29527" r="1046" b="49472"/>
          <a:stretch>
            <a:fillRect/>
          </a:stretch>
        </p:blipFill>
        <p:spPr>
          <a:xfrm>
            <a:off x="4827407" y="2144810"/>
            <a:ext cx="630417" cy="4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4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¡Ya casi!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La próxima escena está por comenzar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33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77F6-8A01-5701-E83B-4B6FFC44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F055D2-A42E-E2C9-7AC9-FC1687E74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0" b="78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EA8C00-4F57-5FD3-0875-6EF48CF45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>
            <a:off x="2174135" y="838745"/>
            <a:ext cx="1326950" cy="1000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D7573C-EBED-B80B-4FB8-7BCE7F106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23" y="4177856"/>
            <a:ext cx="2130700" cy="1494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E1011-4F7C-7B44-14EE-6D6F438DD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90200" y="2123154"/>
            <a:ext cx="749300" cy="7422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4F9768-87AE-09C4-62B3-9C9FA881E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72" t="26683" r="19894" b="55694"/>
          <a:stretch>
            <a:fillRect/>
          </a:stretch>
        </p:blipFill>
        <p:spPr>
          <a:xfrm flipH="1">
            <a:off x="7605776" y="1043796"/>
            <a:ext cx="647430" cy="391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20660C-5C9F-0668-B86B-836D24F54D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770" y="3541839"/>
            <a:ext cx="1500996" cy="17542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ED75B4-2444-B7B3-7AF3-C89CDF915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4" t="53755" r="41609" b="28222"/>
          <a:stretch>
            <a:fillRect/>
          </a:stretch>
        </p:blipFill>
        <p:spPr>
          <a:xfrm flipH="1">
            <a:off x="5941764" y="2492092"/>
            <a:ext cx="506776" cy="34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30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¡Listos!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¿Eres capaz de verlas todas?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1486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6E9663-C3F6-15A7-DD2A-E833BEDE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0" b="78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1AF125-B8A5-AD47-4C4E-1ACDB7F3C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 flipH="1">
            <a:off x="8064499" y="1087668"/>
            <a:ext cx="549275" cy="414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D6537-D358-1CEB-9098-B3544CFC4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34" b="50529"/>
          <a:stretch>
            <a:fillRect/>
          </a:stretch>
        </p:blipFill>
        <p:spPr>
          <a:xfrm flipH="1">
            <a:off x="0" y="4445161"/>
            <a:ext cx="3622088" cy="24128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D99A33-4386-6809-8C38-4B0C652BD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2" t="31480" r="61959" b="51557"/>
          <a:stretch>
            <a:fillRect/>
          </a:stretch>
        </p:blipFill>
        <p:spPr>
          <a:xfrm flipH="1">
            <a:off x="8339136" y="3110399"/>
            <a:ext cx="2603502" cy="15374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85139A-FC5D-D35B-69DC-8882F40AA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47338">
            <a:off x="-1183728" y="-1491507"/>
            <a:ext cx="3576973" cy="31164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0DC997-F8B1-7101-6979-C40399C92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09" t="75592" r="13520" b="3407"/>
          <a:stretch>
            <a:fillRect/>
          </a:stretch>
        </p:blipFill>
        <p:spPr>
          <a:xfrm flipH="1">
            <a:off x="5450113" y="3808739"/>
            <a:ext cx="844155" cy="6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potlight"/>
          <p:cNvSpPr/>
          <p:nvPr/>
        </p:nvSpPr>
        <p:spPr>
          <a:xfrm>
            <a:off x="2032000" y="1587500"/>
            <a:ext cx="8128000" cy="3683000"/>
          </a:xfrm>
          <a:prstGeom prst="ellipse">
            <a:avLst/>
          </a:prstGeom>
          <a:gradFill>
            <a:gsLst>
              <a:gs pos="0">
                <a:srgbClr val="1E4A1E"/>
              </a:gs>
              <a:gs pos="60000">
                <a:srgbClr val="152E15"/>
              </a:gs>
              <a:gs pos="100000">
                <a:srgbClr val="0B1A0B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ineTop"/>
          <p:cNvSpPr/>
          <p:nvPr/>
        </p:nvSpPr>
        <p:spPr>
          <a:xfrm>
            <a:off x="3556000" y="18796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itle"/>
          <p:cNvSpPr txBox="1"/>
          <p:nvPr/>
        </p:nvSpPr>
        <p:spPr>
          <a:xfrm>
            <a:off x="1270000" y="20955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5400" b="1">
                <a:solidFill>
                  <a:srgbClr val="FFFFFF"/>
                </a:solidFill>
              </a:rPr>
              <a:t>¡Última escena!</a:t>
            </a:r>
          </a:p>
        </p:txBody>
      </p:sp>
      <p:sp>
        <p:nvSpPr>
          <p:cNvPr id="204" name="Sub"/>
          <p:cNvSpPr txBox="1"/>
          <p:nvPr/>
        </p:nvSpPr>
        <p:spPr>
          <a:xfrm>
            <a:off x="1905000" y="35814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s-CO" sz="1800">
                <a:solidFill>
                  <a:srgbClr val="FFFFFF"/>
                </a:solidFill>
              </a:rPr>
              <a:t>Demuestra lo que aprendiste</a:t>
            </a:r>
          </a:p>
        </p:txBody>
      </p:sp>
      <p:sp>
        <p:nvSpPr>
          <p:cNvPr id="205" name="LineBot"/>
          <p:cNvSpPr/>
          <p:nvPr/>
        </p:nvSpPr>
        <p:spPr>
          <a:xfrm>
            <a:off x="3556000" y="4089400"/>
            <a:ext cx="5080000" cy="381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r210"/>
          <p:cNvSpPr/>
          <p:nvPr/>
        </p:nvSpPr>
        <p:spPr>
          <a:xfrm>
            <a:off x="457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r211"/>
          <p:cNvSpPr/>
          <p:nvPr/>
        </p:nvSpPr>
        <p:spPr>
          <a:xfrm>
            <a:off x="2794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r212"/>
          <p:cNvSpPr/>
          <p:nvPr/>
        </p:nvSpPr>
        <p:spPr>
          <a:xfrm>
            <a:off x="5080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ecor213"/>
          <p:cNvSpPr/>
          <p:nvPr/>
        </p:nvSpPr>
        <p:spPr>
          <a:xfrm>
            <a:off x="3810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r220"/>
          <p:cNvSpPr/>
          <p:nvPr/>
        </p:nvSpPr>
        <p:spPr>
          <a:xfrm>
            <a:off x="11506200" y="457200"/>
            <a:ext cx="228600" cy="2286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r221"/>
          <p:cNvSpPr/>
          <p:nvPr/>
        </p:nvSpPr>
        <p:spPr>
          <a:xfrm>
            <a:off x="11760200" y="2540000"/>
            <a:ext cx="152400" cy="1524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r222"/>
          <p:cNvSpPr/>
          <p:nvPr/>
        </p:nvSpPr>
        <p:spPr>
          <a:xfrm>
            <a:off x="11480800" y="5842000"/>
            <a:ext cx="203200" cy="203200"/>
          </a:xfrm>
          <a:prstGeom prst="ellipse">
            <a:avLst/>
          </a:prstGeom>
          <a:solidFill>
            <a:srgbClr val="4A8F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r223"/>
          <p:cNvSpPr/>
          <p:nvPr/>
        </p:nvSpPr>
        <p:spPr>
          <a:xfrm>
            <a:off x="11379200" y="3429000"/>
            <a:ext cx="457200" cy="45720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HDot230"/>
          <p:cNvSpPr/>
          <p:nvPr/>
        </p:nvSpPr>
        <p:spPr>
          <a:xfrm>
            <a:off x="3048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HDot231"/>
          <p:cNvSpPr/>
          <p:nvPr/>
        </p:nvSpPr>
        <p:spPr>
          <a:xfrm>
            <a:off x="9144000" y="381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HDot232"/>
          <p:cNvSpPr/>
          <p:nvPr/>
        </p:nvSpPr>
        <p:spPr>
          <a:xfrm>
            <a:off x="3048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HDot233"/>
          <p:cNvSpPr/>
          <p:nvPr/>
        </p:nvSpPr>
        <p:spPr>
          <a:xfrm>
            <a:off x="9144000" y="6350000"/>
            <a:ext cx="127000" cy="127000"/>
          </a:xfrm>
          <a:prstGeom prst="ellipse">
            <a:avLst/>
          </a:prstGeom>
          <a:solidFill>
            <a:srgbClr val="3A7A3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6848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C163-FBF2-0BF3-0A72-44B0B7CD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876D57-B60B-9B6A-F7D2-8B2C78FD3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0" b="78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B9742B-9F93-E1DF-A0E8-5615D0940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6" t="78074" r="30609" b="6227"/>
          <a:stretch>
            <a:fillRect/>
          </a:stretch>
        </p:blipFill>
        <p:spPr>
          <a:xfrm flipH="1">
            <a:off x="6096000" y="3733800"/>
            <a:ext cx="490540" cy="3095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80D5A5-B250-7112-BB70-FA2EA5DA5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09" t="75592" r="13520" b="3407"/>
          <a:stretch>
            <a:fillRect/>
          </a:stretch>
        </p:blipFill>
        <p:spPr>
          <a:xfrm flipH="1">
            <a:off x="3421287" y="6266910"/>
            <a:ext cx="931637" cy="702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1B0424-6079-714F-870F-64920E85F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29924" y="2319337"/>
            <a:ext cx="2105513" cy="2219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449E36-89DD-8470-FD6B-E031D8FE1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8" t="75592" r="-1480" b="3407"/>
          <a:stretch>
            <a:fillRect/>
          </a:stretch>
        </p:blipFill>
        <p:spPr>
          <a:xfrm flipH="1">
            <a:off x="9010648" y="1782055"/>
            <a:ext cx="819152" cy="708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66FE8B-C1F8-3D47-246E-5BFB9CD78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6" t="47735" r="21323" b="31264"/>
          <a:stretch>
            <a:fillRect/>
          </a:stretch>
        </p:blipFill>
        <p:spPr>
          <a:xfrm>
            <a:off x="2602135" y="1335881"/>
            <a:ext cx="819152" cy="617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286567-FDDA-1C81-D9A5-610457867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29" t="28773" b="50226"/>
          <a:stretch>
            <a:fillRect/>
          </a:stretch>
        </p:blipFill>
        <p:spPr>
          <a:xfrm>
            <a:off x="119966" y="572276"/>
            <a:ext cx="819152" cy="617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06661D-9F12-343D-CB84-11888D498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29" t="28773" b="50226"/>
          <a:stretch>
            <a:fillRect/>
          </a:stretch>
        </p:blipFill>
        <p:spPr>
          <a:xfrm flipH="1">
            <a:off x="5114925" y="4843133"/>
            <a:ext cx="624791" cy="4710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D04B97-C703-8AEF-57BE-BB634E2A5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3" t="5627" r="21162" b="73372"/>
          <a:stretch>
            <a:fillRect/>
          </a:stretch>
        </p:blipFill>
        <p:spPr>
          <a:xfrm>
            <a:off x="1114528" y="4709240"/>
            <a:ext cx="2306759" cy="120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29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08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8C644B-BD54-4959-A1C2-E556BC8D0B0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87acdc6-01fb-4ce7-b4f8-2461753e79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Alejandro Socha Castelblanco</dc:creator>
  <cp:revision>1</cp:revision>
  <dcterms:created xsi:type="dcterms:W3CDTF">2026-06-17T15:41:54Z</dcterms:created>
  <dcterms:modified xsi:type="dcterms:W3CDTF">2026-06-25T22:49:25Z</dcterms:modified>
</cp:coreProperties>
</file>